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47472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roundRect">
            <a:avLst>
              <a:gd name="adj" fmla="val 14286"/>
            </a:avLst>
          </a:prstGeom>
          <a:solidFill>
            <a:srgbClr val="7C3AED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Symfony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Affichage &amp; Pages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stage — Tunisia Booking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Symfony 7.x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402336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Twig Templates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rôle de Symfony dans le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60320" cy="914400"/>
          </a:xfrm>
          <a:prstGeom prst="roundRect">
            <a:avLst>
              <a:gd name="adj" fmla="val 14000"/>
            </a:avLst>
          </a:prstGeom>
          <a:solidFill>
            <a:srgbClr val="47556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(Utilisateur)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36392" y="1234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560320" cy="914400"/>
          </a:xfrm>
          <a:prstGeom prst="roundRect">
            <a:avLst>
              <a:gd name="adj" fmla="val 14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0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16752" y="1234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005840"/>
            <a:ext cx="2560320" cy="914400"/>
          </a:xfrm>
          <a:prstGeom prst="roundRect">
            <a:avLst>
              <a:gd name="adj" fmla="val 14000"/>
            </a:avLst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058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REST)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gère les pages que l'utilisateur voit 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65176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024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65176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3756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65176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5488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hôtel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65176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2651760"/>
            <a:ext cx="1280160" cy="1463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8952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 &amp;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Créer le projet Symfony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create-project symfony/skeleton tunisia-booking-front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Installer les composants nécessaires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symfony/twig-bundle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symfony/http-client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symfony/form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Lancer le serveur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symfony serve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http://localhost:8080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34747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clés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463040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4630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src/Controller/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6916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des pages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97880" y="2029968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02996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89320" y="22585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Twig HTML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97880" y="2596896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25968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89320" y="28254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3163824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1638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routes.yaml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89320" y="339242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du site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97880" y="3730752"/>
            <a:ext cx="2606040" cy="475488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37307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39593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— Gérer les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4069080"/>
          </a:xfrm>
          <a:prstGeom prst="roundRect">
            <a:avLst>
              <a:gd name="adj" fmla="val 269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HotelController extends AbstractController {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#[Route("/hotels", name: "hotels")]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index(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HttpClientInterface $http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): Response {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Appel vers l'API Laravel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$rep = $http-&gt;request("GET",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"http://localhost:8000/api/hotels"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$hotels = $rep-&gt;toArray();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Envoie à Twig pour affichage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$this-&gt;render("hotels/index.html.twig",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"hotels" =&gt; $hotels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40690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146304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9" name="Shape 7"/>
          <p:cNvSpPr/>
          <p:nvPr/>
        </p:nvSpPr>
        <p:spPr>
          <a:xfrm>
            <a:off x="5870448" y="1600200"/>
            <a:ext cx="320040" cy="32004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déclenchée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l'utilisateur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14884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2286000"/>
            <a:ext cx="320040" cy="32004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870448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reçoit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283464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870448" y="2971800"/>
            <a:ext cx="320040" cy="32004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87044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HTTP 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Laravel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06440" y="352044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870448" y="3657600"/>
            <a:ext cx="320040" cy="32004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870448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hôtels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4206240"/>
            <a:ext cx="2834640" cy="594360"/>
          </a:xfrm>
          <a:prstGeom prst="roundRect">
            <a:avLst>
              <a:gd name="adj" fmla="val 15385"/>
            </a:avLst>
          </a:prstGeom>
          <a:solidFill>
            <a:srgbClr val="EDE9FE"/>
          </a:solidFill>
          <a:ln/>
        </p:spPr>
      </p:sp>
      <p:sp>
        <p:nvSpPr>
          <p:cNvPr id="25" name="Shape 23"/>
          <p:cNvSpPr/>
          <p:nvPr/>
        </p:nvSpPr>
        <p:spPr>
          <a:xfrm>
            <a:off x="5870448" y="4343400"/>
            <a:ext cx="320040" cy="320040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870448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à Twig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afficher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Twig — Le moteur de templates HTML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051560"/>
            <a:ext cx="470001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templates/hotels/index.html.twig #}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"base.html.twig" %}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body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&lt;h1&gt;Nos Hôtels&lt;/h1&gt;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for hotel in hotels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class="card"&gt;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&lt;h3&gt;{{ hotel.nom }}&lt;/h3&gt;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&lt;p&gt;{{ hotel.prix }} TND / nuit&lt;/p&gt;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&lt;p&gt;{{ hotel.etoiles }} étoiles&lt;/p&gt;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{% endfor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914400"/>
            <a:ext cx="2834640" cy="3977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9788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Twig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9788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variable }}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43800" y="14630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... %}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43800" y="2011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... %}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2560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%}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43800" y="31089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%}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4380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modifiable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4206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{# ... #}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4380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73152" cy="73152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56032"/>
            <a:ext cx="7982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du projet — Tunisia Booking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974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331720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Aucun appel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974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2011680"/>
            <a:ext cx="2331720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/hotels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3042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/api/hotels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26974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1155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2011680"/>
            <a:ext cx="2331720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/hotels/{id}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23042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/api/hotels/{id}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926080"/>
            <a:ext cx="26974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0358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931920"/>
            <a:ext cx="2331720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/reserver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224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/api/reservations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926080"/>
            <a:ext cx="26974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0" y="30358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66160" y="3931920"/>
            <a:ext cx="2331720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224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/api/user/reservations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2926080"/>
            <a:ext cx="26974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30358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63640" y="35204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46520" y="3931920"/>
            <a:ext cx="2331720" cy="228600"/>
          </a:xfrm>
          <a:prstGeom prst="roundRect">
            <a:avLst>
              <a:gd name="adj" fmla="val 24000"/>
            </a:avLst>
          </a:prstGeom>
          <a:solidFill>
            <a:srgbClr val="EDE9FE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4224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3474720"/>
            <a:ext cx="4114800" cy="4114800"/>
          </a:xfrm>
          <a:prstGeom prst="roundRect">
            <a:avLst>
              <a:gd name="adj" fmla="val 13333"/>
            </a:avLst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technologies — Résumé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97480" cy="3794760"/>
          </a:xfrm>
          <a:prstGeom prst="roundRect">
            <a:avLst>
              <a:gd name="adj" fmla="val 542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" y="1837944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tableaux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" y="2496312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2350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boucles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" y="3154680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30083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Fonctions,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" y="3813048"/>
            <a:ext cx="109728" cy="109728"/>
          </a:xfrm>
          <a:prstGeom prst="oval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3666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encode/decode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005840"/>
            <a:ext cx="2697480" cy="3794760"/>
          </a:xfrm>
          <a:prstGeom prst="roundRect">
            <a:avLst>
              <a:gd name="adj" fmla="val 542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0058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39312" y="1837944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3822192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→ Tables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39312" y="2496312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2350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→ MySQL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39312" y="3154680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822192" y="30083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39312" y="3813048"/>
            <a:ext cx="109728" cy="109728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822192" y="3666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→ URL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005840"/>
            <a:ext cx="2697480" cy="3794760"/>
          </a:xfrm>
          <a:prstGeom prst="roundRect">
            <a:avLst>
              <a:gd name="adj" fmla="val 542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100584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Symfony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19672" y="1837944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Pages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19672" y="2496312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702552" y="235000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Twig → Templates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9672" y="3154680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702552" y="300837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→ Laravel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19672" y="3813048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702552" y="366674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→ Utilisateur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Symfony — Frontend</dc:title>
  <dc:subject>PptxGenJS Presentation</dc:subject>
  <dc:creator>PptxGenJS</dc:creator>
  <cp:lastModifiedBy>PptxGenJS</cp:lastModifiedBy>
  <cp:revision>1</cp:revision>
  <dcterms:created xsi:type="dcterms:W3CDTF">2026-06-16T10:38:00Z</dcterms:created>
  <dcterms:modified xsi:type="dcterms:W3CDTF">2026-06-16T10:38:00Z</dcterms:modified>
</cp:coreProperties>
</file>