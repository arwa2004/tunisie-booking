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3474720"/>
            <a:ext cx="4114800" cy="4114800"/>
          </a:xfrm>
          <a:prstGeom prst="roundRect">
            <a:avLst>
              <a:gd name="adj" fmla="val 13333"/>
            </a:avLst>
          </a:prstGeom>
          <a:solidFill>
            <a:srgbClr val="EF4444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roundRect">
            <a:avLst>
              <a:gd name="adj" fmla="val 14286"/>
            </a:avLst>
          </a:prstGeom>
          <a:solidFill>
            <a:srgbClr val="EF4444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stage — Tunisia Booking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23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Laravel 11.x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402336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4023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PHP 8.x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Le rôle de Laravel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47556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des données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10896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REST)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&amp; répond JSON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8932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51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de données)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tout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331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concepts clés 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43200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97280" y="2852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2852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416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les tables MySQL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2743200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52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2852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651760" y="37033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0416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une 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743200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94960" y="2852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2852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800600" y="37033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0416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l'API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2743200"/>
            <a:ext cx="199339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43800" y="2852928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7543800" y="28529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49440" y="37033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49440" y="404164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→ Controller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— Créer les tables MySQL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4114800" cy="292608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make:migration create_hotels_table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029200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435608"/>
            <a:ext cx="47000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Schema::create('hotels', function (Blueprint $t)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$t-&gt;id();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$t-&gt;string('nom');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$t-&gt;string('destination');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$t-&gt;integer('prix');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$t-&gt;integer('etoiles');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$t-&gt;boolean('disponible')-&gt;default(true);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$t-&gt;timestamps();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914400"/>
            <a:ext cx="2834640" cy="3767328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978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colonnes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14630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auto-incrémenté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97880" y="19842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1984248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7880" y="250545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2505456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97880" y="302666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23760" y="3026664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TINYINT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97880" y="354787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35478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long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40690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40690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/ updated_at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754880"/>
            <a:ext cx="32004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754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migrate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— Représenter une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3474720" cy="292608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make:model Hotel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457200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435608"/>
            <a:ext cx="42428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Hotel extends Model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$fillable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'nom', 'destination',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'prix', 'etoiles', 'disponible'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tu obtiens GRATUITEMENT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114800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4114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Hotel::all()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46120" y="4114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 * FROM hotels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4453128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453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Hotel::find(1)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46120" y="4453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WHERE id =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4791456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Hotel::where('etoiles','&gt;=',4)-&gt;get()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46120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Filtrer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4114800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10328" y="4114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Hotel::create([...])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62088" y="4114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INSERT INTO hotels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18888" y="4453128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0328" y="4453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$hotel-&gt;update([...])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62088" y="4453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 hotels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18888" y="4791456"/>
            <a:ext cx="4206240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0328" y="47914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$hotel-&gt;delete()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62088" y="4791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FROM hotels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— La logique de l'API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4572000" cy="292608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make:controller HotelController --api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435608"/>
            <a:ext cx="470001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HotelController extends Controller {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GET /api/hotels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index()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response()-&gt;json(Hotel::all());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POST /api/hotels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store(Request $req)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$hotel = Hotel::create($req-&gt;all());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response()-&gt;json($hotel, 201);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DELETE /api/hotels/{id}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destroy($id)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Hotel::find($id)-&gt;delete();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response()-&gt;json(["msg"=&gt;"Supprimé"]);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06440" y="1005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 HTTP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1463040"/>
            <a:ext cx="28346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1554480"/>
            <a:ext cx="685800" cy="438912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55448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65392" y="14630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2212848"/>
            <a:ext cx="28346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06440" y="2304288"/>
            <a:ext cx="685800" cy="438912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230428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65392" y="22128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2962656"/>
            <a:ext cx="28346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06440" y="3054096"/>
            <a:ext cx="68580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305409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65392" y="296265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3712464"/>
            <a:ext cx="28346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06440" y="3803904"/>
            <a:ext cx="685800" cy="438912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380390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DELETE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65392" y="371246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— Associer URL et Controller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822960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79004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routes/api.php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App\Http\Controllers\HotelController;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Une ligne = 5 routes automatiques 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Route::apiResource('hotels', HotelController::class);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générées automatiquement 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401568"/>
            <a:ext cx="8229600" cy="283464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42900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4290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3401568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3401568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340156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tous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8229600" cy="283464"/>
          </a:xfrm>
          <a:prstGeom prst="roundRect">
            <a:avLst>
              <a:gd name="adj" fmla="val 2258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58184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58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80160" y="373075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/api/hotels/{id}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3730752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73075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059936"/>
            <a:ext cx="8229600" cy="283464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8736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87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80160" y="4059936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51960" y="4059936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4059936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389120"/>
            <a:ext cx="8229600" cy="283464"/>
          </a:xfrm>
          <a:prstGeom prst="roundRect">
            <a:avLst>
              <a:gd name="adj" fmla="val 2258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416552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165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PUT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80160" y="4389120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/api/hotels/{id}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4389120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4389120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718304"/>
            <a:ext cx="8229600" cy="283464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4745736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7457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DELETE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80160" y="4718304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/api/hotels/{id}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51960" y="471830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destroy()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718304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Seeder &amp; Tests Postman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470001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Données de 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run()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$hotels =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["nom"=&gt;"Movenpick","prix"=&gt;350,"etoiles"=&gt;5],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["nom"=&gt;"Djerba Plaza","prix"=&gt;200,"etoiles"=&gt;4],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["nom"=&gt;"Hotel Eco","prix"=&gt;80,"etoiles"=&gt;2],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foreach ($hotels as $h)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Hotel::create($h);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914400"/>
            <a:ext cx="2834640" cy="32918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avec Postman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1609344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/api/hotels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97880" y="2139696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/api/hotels/1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2670048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523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/api/hotels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body JSON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3200400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30540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/api/hotels/1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3730752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3584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/api/hotels/1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343400"/>
            <a:ext cx="4114800" cy="274320"/>
          </a:xfrm>
          <a:prstGeom prst="roundRect">
            <a:avLst>
              <a:gd name="adj" fmla="val 26667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343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php artisan db:seed --class=HotelSeeder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3474720"/>
            <a:ext cx="4114800" cy="4114800"/>
          </a:xfrm>
          <a:prstGeom prst="roundRect">
            <a:avLst>
              <a:gd name="adj" fmla="val 13333"/>
            </a:avLst>
          </a:prstGeom>
          <a:solidFill>
            <a:srgbClr val="EF4444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Récapitulatif Laravel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les tables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0058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 à MySQL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0058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143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🛣️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→ Action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54480" y="28346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55448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3584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03320" y="28346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0332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03320" y="3584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033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réponse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0" y="283464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5216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852160" y="3584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5216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l'API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— Backend API</dc:title>
  <dc:subject>PptxGenJS Presentation</dc:subject>
  <dc:creator>PptxGenJS</dc:creator>
  <cp:lastModifiedBy>PptxGenJS</cp:lastModifiedBy>
  <cp:revision>1</cp:revision>
  <dcterms:created xsi:type="dcterms:W3CDTF">2026-06-16T10:36:49Z</dcterms:created>
  <dcterms:modified xsi:type="dcterms:W3CDTF">2026-06-16T10:36:49Z</dcterms:modified>
</cp:coreProperties>
</file>